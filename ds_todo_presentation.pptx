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Microsoft YaHei"/>
              </a:defRPr>
            </a:pPr>
            <a:r>
              <a:t>ds_todo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99999"/>
                </a:solidFill>
                <a:latin typeface="Microsoft YaHei"/>
              </a:defRPr>
            </a:pPr>
            <a:r>
              <a:t>一个功能丰富的待办事项应用  ·  Next.js + TypeScript + Tailwind CSS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F6EF7"/>
                </a:solidFill>
                <a:latin typeface="Microsoft YaHei"/>
              </a:defRPr>
            </a:pPr>
            <a:r>
              <a:t>github.com/jackaaron01/ds_todo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ds_todo 是一个全功能的待办事项应用，从零构建，覆盖任务管理的完整工作流。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🎯 19 个源文件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TypeScript 类型安全</a:t>
            </a:r>
            <a:br/>
            <a:r>
              <a:t>模块化组件架构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73736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💾 localStorage 持久化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所有数据自动保存</a:t>
            </a:r>
            <a:br/>
            <a:r>
              <a:t>无需后端服务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🎨 暗色模式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CSS 变量切换</a:t>
            </a:r>
            <a:br/>
            <a:r>
              <a:t>系统偏好自动检测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737360"/>
            <a:ext cx="25603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📱 响应式设计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Tailwind CSS v4</a:t>
            </a:r>
            <a:br/>
            <a:r>
              <a:t>移动端适配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Microsoft YaHei"/>
              </a:defRPr>
            </a:pPr>
            <a:r>
              <a:t>技术栈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Next.js 16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App Router 架构，React Server Components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402336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TypeScript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strict 模式，完整类型定义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02336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Tailwind CSS v4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CSS 变量主题系统，自定义 keyframes 动画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402336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framer-motion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AnimatePresence 列表动画 + layout FLIP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F6EF7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次文件变更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F6EF7"/>
                </a:solidFill>
                <a:latin typeface="Microsoft YaHei"/>
              </a:defRPr>
            </a:pPr>
            <a:r>
              <a:t>1935+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行新增代码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F6EF7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个组件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4F6EF7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个自定义 Hook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YaHei"/>
              </a:defRPr>
            </a:pPr>
            <a:r>
              <a:t>核心功能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📝 任务管理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添加、编辑（双击）、删除任务</a:t>
            </a:r>
            <a:br/>
            <a:r>
              <a:t>回车快捷提交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8016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🔴 三级优先级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高（红）/ 中（橙）/ 低（灰）</a:t>
            </a:r>
            <a:br/>
            <a:r>
              <a:t>左侧彩色边框标识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28016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📅 截止日期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日期选择器 + 相对日期显示</a:t>
            </a:r>
            <a:br/>
            <a:r>
              <a:t>今天 / 明天 / 逾期X天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59" y="128016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✅ 子任务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展开式嵌套清单</a:t>
            </a:r>
            <a:br/>
            <a:r>
              <a:t>子任务勾选 + 进度统计 2/5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28016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📌 置顶 &amp; 备注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图钉按钮置顶任务</a:t>
            </a:r>
            <a:br/>
            <a:r>
              <a:t>可展开文字备注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🔍 搜索 &amp; 筛选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实时文本搜索 (Ctrl+K)</a:t>
            </a:r>
            <a:br/>
            <a:r>
              <a:t>全部 / 未完成 / 已完成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88620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↕️ 三种排序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手动拖拽 / 按优先级 / 按日期</a:t>
            </a:r>
            <a:br/>
            <a:r>
              <a:t>HTML5 Drag &amp; Drop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88620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↩️ 撤销删除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删除后 4 秒 Toast 提示</a:t>
            </a:r>
            <a:br/>
            <a:r>
              <a:t>一键恢复被删任务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59" y="388620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📦 导入导出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导出 JSON 文件备份</a:t>
            </a:r>
            <a:br/>
            <a:r>
              <a:t>导入 JSON 智能合并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3886200"/>
            <a:ext cx="2103120" cy="2286000"/>
          </a:xfrm>
          <a:prstGeom prst="roundRect">
            <a:avLst/>
          </a:prstGeom>
          <a:solidFill>
            <a:srgbClr val="F0F2F5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🎉 彩带庆祝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全部完成时触发</a:t>
            </a:r>
            <a:br/>
            <a:r>
              <a:t>60 个彩色粒子飘落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架构设计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基于 Next.js 16 App Router，客户端状态管理 + localStorage 持久化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📄 app/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layout.tsx  →  根布局 + 防闪烁脚本</a:t>
            </a:r>
          </a:p>
          <a:p>
            <a:pPr>
              <a:spcAft>
                <a:spcPts val="13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page.tsx    →  唯一客户端页面</a:t>
            </a:r>
          </a:p>
          <a:p>
            <a:pPr>
              <a:spcAft>
                <a:spcPts val="130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globals.css →  CSS 变量 + keyframes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🧩 组件 (8 个)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Header · TodoInput · Toolbar · ProgressBar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TodoList → TodoItem → SubtaskSection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Toast · Confetti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所有组件均为 "use client"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Props 向下传递，回调向上冒泡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🪝 Hooks (3+1)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0312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useTodos   → CRUD + localStorage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useTheme   → 暗色模式 + 系统偏好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useUndo    → 撤销栈 + 自动消失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sortUtils  → 排序算法 (纯函数)</a:t>
            </a: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</a:p>
          <a:p>
            <a:pPr>
              <a:spcAft>
                <a:spcPts val="1040"/>
              </a:spcAft>
              <a:defRPr sz="1300">
                <a:solidFill>
                  <a:srgbClr val="FFFFFF"/>
                </a:solidFill>
                <a:latin typeface="Microsoft YaHei"/>
              </a:defRPr>
            </a:pPr>
            <a:r>
              <a:t>localStorage key: todosV2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📊 数据模型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interface Todo {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id: number;    text: string;    done: boolean;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priority: "" | "high" | "medium" | "low";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dueDate: string;    order: number;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pinned: boolean;    note: string;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  subtasks: { id: number; text: string; done: boolean }[];</a:t>
            </a:r>
          </a:p>
          <a:p>
            <a:pPr>
              <a:spcAft>
                <a:spcPts val="559"/>
              </a:spcAft>
              <a:defRPr sz="1400">
                <a:solidFill>
                  <a:srgbClr val="FFFFFF"/>
                </a:solidFill>
                <a:latin typeface="Microsoft YaHei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YaHei"/>
              </a:defRPr>
            </a:pPr>
            <a:r>
              <a:t>组件树 &amp; 数据流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F6EF7"/>
                </a:solidFill>
                <a:latin typeface="Microsoft YaHei"/>
              </a:defRPr>
            </a:pPr>
            <a:r>
              <a:t>page.tsx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7373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└─ 标题 + 主题切换按钮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TodoInput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860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└─ 文本输入 + 日期选择 + 优先级按钮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Toolbar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834639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└─ 搜索 + 筛选标签 + 排序菜单 + 导入导出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ProgressBar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383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└─ 进度条（脉冲动画 + 完成变绿）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TodoList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931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F6EF7"/>
                </a:solidFill>
                <a:latin typeface="Consolas"/>
              </a:defRPr>
            </a:pPr>
            <a:r>
              <a:t>│  ├─ TodoItem × N  (AnimatePresence)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59" y="4206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├─ 拖拽手柄 + 复选框 + 文本编辑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59" y="4480559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├─ 元信息徽标 (日期/子任务/备注)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59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└─ SubtaskSection (可展开)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39" y="5029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   ├─ 子任务列表 (勾选/删除)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   ├─ 子任务输入框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39" y="5577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│     └─ 备注 textarea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852159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├─ Toast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6126479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│  └─ 撤销删除弹窗 (spring 动画)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icrosoft YaHei"/>
              </a:defRPr>
            </a:pPr>
            <a:r>
              <a:t>└─ Confetti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6675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onsolas"/>
              </a:defRPr>
            </a:pPr>
            <a:r>
              <a:t>   └─ 60 个彩色粒子 (全部完成时触发)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数据流：page.tsx → useTodos() → props → components → callbacks → useTodos()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动画 &amp; 视觉效果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📥 列表入场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framer-motion initial/exit</a:t>
            </a:r>
            <a:br/>
            <a:r>
              <a:t>从上方滑入 + 交错延迟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128016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📤 列表退场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AnimatePresence exit</a:t>
            </a:r>
            <a:br/>
            <a:r>
              <a:t>向右滑出 + 收缩淡出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28016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☑️ 复选框弹跳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CSS @keyframes bounceCheck</a:t>
            </a:r>
            <a:br/>
            <a:r>
              <a:t>scale 1 → 1.35 →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59" y="128016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💧 按钮涟漪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动态生成 span + CSS ripple</a:t>
            </a:r>
            <a:br/>
            <a:r>
              <a:t>从点击位置扩散 4 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28016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📊 进度条脉冲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进度变化时蓝色光晕</a:t>
            </a:r>
            <a:br/>
            <a:r>
              <a:t>全部完成变绿色渐变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🍞 Toast 弹性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spring 动画 + 4 秒自动消失</a:t>
            </a:r>
            <a:br/>
            <a:r>
              <a:t>底部滑入回弹效果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88620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🎪 彩带庆祝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60 粒子 confettiFall keyframes</a:t>
            </a:r>
            <a:br/>
            <a:r>
              <a:t>随机颜色/形状/延迟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88620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🌓 主题切换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按钮 360° 旋转</a:t>
            </a:r>
            <a:br/>
            <a:r>
              <a:t>页面背景 0.5s 过渡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59" y="388620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🎯 菜单弹出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scale(0.9) → scale(1)</a:t>
            </a:r>
            <a:br/>
            <a:r>
              <a:t>200ms 弹性缓入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3886200"/>
            <a:ext cx="2103120" cy="2286000"/>
          </a:xfrm>
          <a:prstGeom prst="roundRect">
            <a:avLst/>
          </a:prstGeom>
          <a:solidFill>
            <a:srgbClr val="252540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🖱️ 拖拽反馈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dragging: 半透明 + 缩小</a:t>
            </a:r>
            <a:br/>
            <a:r>
              <a:t>drag-over: 蓝色边框高亮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YaHei"/>
              </a:defRPr>
            </a:pPr>
            <a:r>
              <a:t>主题系统 &amp; 视觉设计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CSS 变量双层主题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:root {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--bg: #f0f2f5;    --surface: #fff;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--text: #1a1a2e;  --accent: #4f6ef7;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--border: #e0e0e0;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}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[data-theme="dark"] {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--bg: #0f0f1a;    --surface: #1e1e35;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--text: #e0e0e0;  --accent: #6c83f7;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  --border: #333350;</a:t>
            </a:r>
          </a:p>
          <a:p>
            <a:pPr>
              <a:spcAft>
                <a:spcPts val="36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组件中使用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className="bg-[var(--surface)]"</a:t>
            </a:r>
          </a:p>
          <a:p>
            <a:pPr>
              <a:spcAft>
                <a:spcPts val="60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className="text-[var(--text-secondary)]"</a:t>
            </a:r>
          </a:p>
          <a:p>
            <a:pPr>
              <a:spcAft>
                <a:spcPts val="60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className="border-[var(--border)]"</a:t>
            </a:r>
          </a:p>
          <a:p>
            <a:pPr>
              <a:spcAft>
                <a:spcPts val="600"/>
              </a:spcAft>
              <a:defRPr sz="1200">
                <a:solidFill>
                  <a:srgbClr val="1A1A2E"/>
                </a:solidFill>
                <a:latin typeface="Microsoft YaHei"/>
              </a:defRPr>
            </a:pPr>
            <a:r>
              <a:t>className="transition-colors duration-200"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6EF7"/>
                </a:solidFill>
                <a:latin typeface="Microsoft YaHei"/>
              </a:defRPr>
            </a:pPr>
            <a:r>
              <a:t>视觉效果亮点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029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🌊 动画渐变背景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body::before 400% 渐变</a:t>
            </a:r>
            <a:br/>
            <a:r>
              <a:t>20 秒循环 bgShift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560320"/>
            <a:ext cx="5029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🔮 装饰光斑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body::after 径向渐变</a:t>
            </a:r>
            <a:br/>
            <a:r>
              <a:t>15 秒 orbFloat 浮动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474720"/>
            <a:ext cx="5029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⬆️ 卡片悬浮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hover: translateY(-1px)</a:t>
            </a:r>
            <a:br/>
            <a:r>
              <a:t>阴影加深过渡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029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✨ 按钮发光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hover: box-shadow</a:t>
            </a:r>
            <a:br/>
            <a:r>
              <a:t>accent-glow 光晕扩散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5303520"/>
            <a:ext cx="5029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📋 防闪烁 (FOUC)</a:t>
            </a:r>
          </a:p>
          <a:p>
            <a:pPr>
              <a:spcBef>
                <a:spcPts val="600"/>
              </a:spcBef>
              <a:defRPr sz="1100">
                <a:solidFill>
                  <a:srgbClr val="999999"/>
                </a:solidFill>
                <a:latin typeface="Microsoft YaHei"/>
              </a:defRPr>
            </a:pPr>
            <a:r>
              <a:t>layout.tsx 注入内联脚本</a:t>
            </a:r>
            <a:br/>
            <a:r>
              <a:t>React 水合前应用主题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1A2E"/>
                </a:solidFill>
                <a:latin typeface="Microsoft YaHei"/>
              </a:defRPr>
            </a:pPr>
            <a:r>
              <a:t>关键设计决策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为什么不使用全局状态库？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应用状态简单（单页面），useState + useCallback + props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足够应对。无 Redux/Zustand 等额外依赖。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为什么 localStorage 而非后端？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纯前端应用，数据私有，即时响应，无需网络。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localStorage key: todosV2，向后兼容迁移。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为什么 framer-motion 而非纯 CSS？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39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AnimatePresence 提供可靠的 exit 动画（纯 CSS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无法做到），layout prop 实现自动 FLIP 排序。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490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为什么 CSS 变量而非 Tailwind dark:？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206239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Tailwind v4 dark: 基于 prefers-color-scheme 媒体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查询，无法响应用户手动切换。data-theme 属性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方案更灵活，支持 localStorage 持久化。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为什么不是 contentEditable？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766559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React 的 contentEditable 可控性差，容易产生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受控/非受控冲突。改用双击 → input 模式，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blur/Enter 提交，Escape 取消。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630935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6EF7"/>
                </a:solidFill>
                <a:latin typeface="Microsoft YaHei"/>
              </a:defRPr>
            </a:pPr>
            <a:r>
              <a:t>防闪烁 (FOUC) 如何解决？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6766559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layout.tsx 中注入阻塞式 &lt;script&gt;，在 DOM 解析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前读取 localStorage 并设置 data-theme 属性。</a:t>
            </a:r>
          </a:p>
          <a:p>
            <a:pPr>
              <a:spcAft>
                <a:spcPts val="780"/>
              </a:spcAft>
              <a:defRPr sz="1300">
                <a:solidFill>
                  <a:srgbClr val="1A1A2E"/>
                </a:solidFill>
                <a:latin typeface="Microsoft YaHei"/>
              </a:defRPr>
            </a:pPr>
            <a:r>
              <a:t>React 水合时 useTheme hook 同步状态。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4F6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快速开始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560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onsolas"/>
              </a:defRPr>
            </a:pPr>
            <a:r>
              <a:t>1.  git clone https://github.com/jackaaron01/ds_todo.git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onsolas"/>
              </a:defRPr>
            </a:pPr>
            <a:r>
              <a:t>2.  cd ds_todo &amp;&amp; npm install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onsolas"/>
              </a:defRPr>
            </a:pPr>
            <a:r>
              <a:t>3.  npm run 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onsolas"/>
              </a:defRPr>
            </a:pPr>
            <a:r>
              <a:t>4.  浏览器打开 http://localhost:3000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Consolas"/>
              </a:defRPr>
            </a:pPr>
            <a:r>
              <a:t>npm run dev     # 开发服务器</a:t>
            </a:r>
            <a:br/>
            <a:r>
              <a:t>npm run build   # 生产构建</a:t>
            </a:r>
            <a:br/>
            <a:r>
              <a:t>npm run lint    # ESLint 检查</a:t>
            </a:r>
            <a:br/>
            <a:r>
              <a:t>npx tsc --noEmit  # TypeScript 类型检查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F6EF7"/>
                </a:solidFill>
                <a:latin typeface="Microsoft YaHei"/>
              </a:defRPr>
            </a:pPr>
            <a:r>
              <a:t>github.com/jackaaron01/ds_todo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